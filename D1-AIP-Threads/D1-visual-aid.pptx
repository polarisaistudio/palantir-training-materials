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PALANTIR HANDS-ON TUTORIAL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D1: AIP Threads Basics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a File, Ask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017520"/>
            <a:ext cx="2743200" cy="0"/>
          </a:xfrm>
          <a:prstGeom prst="line">
            <a:avLst/>
          </a:prstGeom>
          <a:noFill/>
          <a:ln w="25400">
            <a:solidFill>
              <a:srgbClr val="2F8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Environment: 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progressbootcamp.palantirfoundry.com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657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Data: work_orders.csv (50 rows)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AIP Threads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4754880" cy="3291840"/>
          </a:xfrm>
          <a:prstGeom prst="rect">
            <a:avLst/>
          </a:prstGeom>
          <a:solidFill>
            <a:srgbClr val="21262D"/>
          </a:solidFill>
          <a:ln w="12700">
            <a:solidFill>
              <a:srgbClr val="2F81F7"/>
            </a:solidFill>
            <a:prstDash val="dash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09728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left sidebar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AIP Threads entry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3108960" cy="32918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0" y="182880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into Foundry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Sidebar → AIP Threads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Enter blank chat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Upload Data File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4754880" cy="3291840"/>
          </a:xfrm>
          <a:prstGeom prst="rect">
            <a:avLst/>
          </a:prstGeom>
          <a:solidFill>
            <a:srgbClr val="21262D"/>
          </a:solidFill>
          <a:ln w="12700">
            <a:solidFill>
              <a:srgbClr val="2F81F7"/>
            </a:solidFill>
            <a:prstDash val="dash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09728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work_orders.csv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Threads input box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3108960" cy="32918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Overview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work_orders.csv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210312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rows × 10 columns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wo_id, building_id,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tech_id, category,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priority,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created_date,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completed_date, cost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Plumbing, HVAC,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Electrical, Roofing, Appliance,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Maintenance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 &amp; Follow Up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840480" cy="16459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1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4173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category has the most?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AI response +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0" cy="16459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1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days to resolve Critical?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AI calculation +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result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8321040" cy="16459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017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1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33756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summary of count &amp; total cost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AI-generated monthly table response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B9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learned: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Open AIP Threads in Foundry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Drag in a file — AI recognizes the format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Ask questions in plain language, get analysis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</a:t>
            </a:r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— Create an Ontology from Scratch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2F81F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D1 - AIP Threads Visual Aid</dc:title>
  <dc:subject>PptxGenJS Presentation</dc:subject>
  <dc:creator>Tim</dc:creator>
  <cp:lastModifiedBy>Tim</cp:lastModifiedBy>
  <cp:revision>1</cp:revision>
  <dcterms:created xsi:type="dcterms:W3CDTF">2026-02-23T13:48:50Z</dcterms:created>
  <dcterms:modified xsi:type="dcterms:W3CDTF">2026-02-23T13:48:50Z</dcterms:modified>
</cp:coreProperties>
</file>