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 实操教程  |  HANDS-ON TUTORIAL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D1: AIP Threads 基础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File, Ask AI — 3 Minutes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25400">
            <a:solidFill>
              <a:srgbClr val="2F8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progressbootcamp.palantirfoundry.com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Data: work_orders.csv (50 rows)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2F81F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206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打开 AIP Threads  /  Open AIP Threads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754880" cy="3291840"/>
          </a:xfrm>
          <a:prstGeom prst="rect">
            <a:avLst/>
          </a:prstGeom>
          <a:solidFill>
            <a:srgbClr val="21262D"/>
          </a:solidFill>
          <a:ln w="12700">
            <a:solidFill>
              <a:srgbClr val="2F81F7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截图占位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左侧导航栏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高亮 AIP Threads 入口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097280"/>
            <a:ext cx="3108960" cy="3291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操作步骤 / Steps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登录 Foundry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Log into Foundry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左侧栏 → AIP Threads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Sidebar → AIP Threads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进入空白对话界面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Enter blank chat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上传数据文件  /  Upload Data File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754880" cy="3291840"/>
          </a:xfrm>
          <a:prstGeom prst="rect">
            <a:avLst/>
          </a:prstGeom>
          <a:solidFill>
            <a:srgbClr val="21262D"/>
          </a:solidFill>
          <a:ln w="12700">
            <a:solidFill>
              <a:srgbClr val="2F81F7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截图占位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work_orders.csv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拖入 Threads 输入框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097280"/>
            <a:ext cx="3108960" cy="3291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数据概览 / Data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work_orders.csv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1031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rows × 10 columns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 / Fields: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wo_id, building_id,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tech_id, category,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priority,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created_date,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completed_date, cost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Plumbing, HVAC,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Electrical, Roofing, Appliance,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Maintenance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提问 &amp; 追问  /  Ask &amp; Follow 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1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哪个类别工单最多？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has the most?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截图：AI回复 + 统计结果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Screenshot: AI response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1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Critical工单平均几天处理？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to resolve Critical?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截图：AI计算过程 + 结果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Screenshot: AI calculation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832104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1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按月统计工单数量和总费用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 of count &amp; total cost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截图：AI生成的表格式回复（期望看到按月分组的summary表）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Screenshot: AI-generated monthly table response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你学会了 / You learned: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打开 AIP Threads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Open AIP Threads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拖入文件，AI 自动识别格式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Drag in a file, AI recognizes it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用自然语言提问，得到数据分析结果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Ask in plain language, get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下一期 / Next:  </a:t>
            </a:r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— 从零建一个 Ontology  /  Create an Ontology from Scratch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F81F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D1 - AIP Threads Visual Aid</dc:title>
  <dc:subject>PptxGenJS Presentation</dc:subject>
  <dc:creator>Tim</dc:creator>
  <cp:lastModifiedBy>Tim</cp:lastModifiedBy>
  <cp:revision>1</cp:revision>
  <dcterms:created xsi:type="dcterms:W3CDTF">2026-02-23T13:33:44Z</dcterms:created>
  <dcterms:modified xsi:type="dcterms:W3CDTF">2026-02-23T13:33:44Z</dcterms:modified>
</cp:coreProperties>
</file>